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objective: Align on business value, security posture, and pilot approach for Cursor.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problem: balancing delivery speed and secure AI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Cursor as an acceleration layer, not a process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outcome-focused: time-to-merge, throughput, and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message: controlled adoption is safer than unmanaged tool sprawl.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joint CTO/CISO confidence slide: controls, ownership, and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phased risk management rather than all-at-once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 should be KPI-driven with weekly readouts and explicit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outcomes directly to executive goals and governance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concrete ask: approve pilot charter and governance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F203E"/>
                </a:solidFill>
              </a:defRPr>
            </a:pPr>
            <a:r>
              <a:t>Cursor for Enterprise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205EBC"/>
                </a:solidFill>
              </a:defRPr>
            </a:pPr>
            <a:r>
              <a:t>Accelerate software delivery while maintaining security and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203E"/>
                </a:solidFill>
              </a:defRPr>
            </a:pPr>
            <a:r>
              <a:t>Why This Matters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58606C"/>
                </a:solidFill>
              </a:defRPr>
            </a:pPr>
            <a:r>
              <a:t>Engineering teams are under pressure to ship faster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AI usage is expanding, often without consistent governance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Leadership needs both velocity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08C"/>
                </a:solidFill>
              </a:defRPr>
            </a:pPr>
            <a:r>
              <a:t>Cursor | CTO + CISO Executive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203E"/>
                </a:solidFill>
              </a:defRPr>
            </a:pPr>
            <a:r>
              <a:t>What Cursor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58606C"/>
                </a:solidFill>
              </a:defRPr>
            </a:pPr>
            <a:r>
              <a:t>An AI-native coding environment for software teams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Supports workflows: Ask, Plan, Build, and Review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Fits existing SDLC: Git, pull requests, CI/CD, and code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08C"/>
                </a:solidFill>
              </a:defRPr>
            </a:pPr>
            <a:r>
              <a:t>Cursor | CTO + CISO Executive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203E"/>
                </a:solidFill>
              </a:defRPr>
            </a:pPr>
            <a:r>
              <a:t>CTO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58606C"/>
                </a:solidFill>
              </a:defRPr>
            </a:pPr>
            <a:r>
              <a:t>Reduce developer cycle time on routine coding work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Improve consistency with shared engineering standards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Speed onboarding and cross-codebase productivity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Free senior talent for higher-leverage architecture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08C"/>
                </a:solidFill>
              </a:defRPr>
            </a:pPr>
            <a:r>
              <a:t>Cursor | CTO + CISO Executive 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203E"/>
                </a:solidFill>
              </a:defRPr>
            </a:pPr>
            <a:r>
              <a:t>CISO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58606C"/>
                </a:solidFill>
              </a:defRPr>
            </a:pPr>
            <a:r>
              <a:t>Replace shadow AI usage with centralized policy and controls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Apply identity, access boundaries, and least-privilege principles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Create auditability across AI-assisted development workflows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Align data governance with enterprise risk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08C"/>
                </a:solidFill>
              </a:defRPr>
            </a:pPr>
            <a:r>
              <a:t>Cursor | CTO + CISO Executive Introduction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203E"/>
                </a:solidFill>
              </a:defRPr>
            </a:pPr>
            <a:r>
              <a:t>Security and Governance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58606C"/>
                </a:solidFill>
              </a:defRPr>
            </a:pPr>
            <a:r>
              <a:t>Enterprise authentication and user lifecycle management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Privacy and data handling controls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Model and tool usage restrictions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Approval workflows for high-risk actions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Logging and monitoring for governance and 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08C"/>
                </a:solidFill>
              </a:defRPr>
            </a:pPr>
            <a:r>
              <a:t>Cursor | CTO + CISO Executive Introduction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203E"/>
                </a:solidFill>
              </a:defRPr>
            </a:pPr>
            <a:r>
              <a:t>Risk-Tiered Rollout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58606C"/>
                </a:solidFill>
              </a:defRPr>
            </a:pPr>
            <a:r>
              <a:t>Phase 1: Low-risk, read-heavy use cases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Phase 2: Human-in-the-loop code generation and refactoring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Phase 3: Controlled automation in selected engineering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08C"/>
                </a:solidFill>
              </a:defRPr>
            </a:pPr>
            <a:r>
              <a:t>Cursor | CTO + CISO Executive Introduction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203E"/>
                </a:solidFill>
              </a:defRPr>
            </a:pPr>
            <a:r>
              <a:t>30-Day Pilot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58606C"/>
                </a:solidFill>
              </a:defRPr>
            </a:pPr>
            <a:r>
              <a:t>Select 2 to 3 teams and 2 to 4 high-value use cases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Capture baseline engineering and risk metrics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Enable governance controls from day one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Run weekly checkpoints on productivity, quality, and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08C"/>
                </a:solidFill>
              </a:defRPr>
            </a:pPr>
            <a:r>
              <a:t>Cursor | CTO + CISO Executive Introduction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203E"/>
                </a:solidFill>
              </a:defRPr>
            </a:pPr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58606C"/>
                </a:solidFill>
              </a:defRPr>
            </a:pPr>
            <a:r>
              <a:t>CTO metrics: PR lead time, review turnaround, throughput, developer adoption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CISO metrics: policy violations, high-risk approvals, audit completeness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Decision rule: faster delivery with no unacceptable security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08C"/>
                </a:solidFill>
              </a:defRPr>
            </a:pPr>
            <a:r>
              <a:t>Cursor | CTO + CISO Executive Introduction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203E"/>
                </a:solidFill>
              </a:defRPr>
            </a:pPr>
            <a:r>
              <a:t>Decision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58606C"/>
                </a:solidFill>
              </a:defRPr>
            </a:pPr>
            <a:r>
              <a:t>Confirm pilot scope, owners, and timeline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Agree on success criteria and guardrails</a:t>
            </a:r>
          </a:p>
          <a:p>
            <a:pPr>
              <a:spcAft>
                <a:spcPts val="800"/>
              </a:spcAft>
              <a:defRPr sz="2400">
                <a:solidFill>
                  <a:srgbClr val="58606C"/>
                </a:solidFill>
              </a:defRPr>
            </a:pPr>
            <a:r>
              <a:t>Kick off pilot with weekly executive readout cadence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08C"/>
                </a:solidFill>
              </a:defRPr>
            </a:pPr>
            <a:r>
              <a:t>Cursor | CTO + CISO Executive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